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1906872563" r:id="rId9"/>
    <p:sldId id="1906872569" r:id="rId10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0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Arial" panose="020B0503030202060203" pitchFamily="34" charset="77"/>
                <a:ea typeface="Arial" panose="02000000000000000000" pitchFamily="2" charset="0"/>
                <a:cs typeface="Arial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Arial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Arial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Arial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Arial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Arial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 panose="020B0503030202060203" pitchFamily="34" charset="77"/>
                <a:ea typeface="Arial"/>
                <a:cs typeface="Arial"/>
                <a:sym typeface="Arial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503030202060203" pitchFamily="34" charset="77"/>
              <a:ea typeface="Arial"/>
              <a:cs typeface="Arial"/>
              <a:sym typeface="Arial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Arial" panose="020B0604020202020204" pitchFamily="34" charset="0"/>
              <a:buChar char="•"/>
              <a:defRPr sz="1800"/>
            </a:lvl3pPr>
            <a:lvl4pPr marL="457189">
              <a:buFont typeface="Arial"/>
              <a:buChar char="–"/>
              <a:defRPr sz="1600"/>
            </a:lvl4pPr>
            <a:lvl5pPr marL="685783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Arial" panose="020B0604020202020204" pitchFamily="34" charset="0"/>
              <a:buChar char="•"/>
              <a:defRPr sz="1800"/>
            </a:lvl3pPr>
            <a:lvl4pPr marL="457189">
              <a:buFont typeface="Arial"/>
              <a:buChar char="–"/>
              <a:defRPr sz="1600"/>
            </a:lvl4pPr>
            <a:lvl5pPr marL="685783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Arial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503030202060203" pitchFamily="34" charset="77"/>
              </a:defRPr>
            </a:lvl1pPr>
            <a:lvl2pPr>
              <a:defRPr sz="1400" b="0" i="0">
                <a:latin typeface="Arial" panose="020B0503030202060203" pitchFamily="34" charset="77"/>
              </a:defRPr>
            </a:lvl2pPr>
            <a:lvl3pPr>
              <a:defRPr sz="1400" b="0" i="0">
                <a:latin typeface="Arial" panose="020B0503030202060203" pitchFamily="34" charset="77"/>
              </a:defRPr>
            </a:lvl3pPr>
            <a:lvl4pPr>
              <a:defRPr sz="1050" b="0" i="0">
                <a:latin typeface="Arial" panose="020B0503030202060203" pitchFamily="34" charset="77"/>
              </a:defRPr>
            </a:lvl4pPr>
            <a:lvl5pPr>
              <a:defRPr sz="105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  <a:lvl7pPr>
              <a:defRPr sz="1100" b="0" i="0">
                <a:latin typeface="Arial" panose="020B0503030202060203" pitchFamily="34" charset="77"/>
              </a:defRPr>
            </a:lvl7pPr>
            <a:lvl9pPr>
              <a:defRPr sz="11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503030202060203" pitchFamily="34" charset="77"/>
              </a:defRPr>
            </a:lvl1pPr>
            <a:lvl2pPr>
              <a:defRPr sz="1400" b="0" i="0">
                <a:latin typeface="Arial" panose="020B0503030202060203" pitchFamily="34" charset="77"/>
              </a:defRPr>
            </a:lvl2pPr>
            <a:lvl3pPr>
              <a:defRPr sz="1400" b="0" i="0">
                <a:latin typeface="Arial" panose="020B0503030202060203" pitchFamily="34" charset="77"/>
              </a:defRPr>
            </a:lvl3pPr>
            <a:lvl4pPr>
              <a:defRPr sz="1050" b="0" i="0">
                <a:latin typeface="Arial" panose="020B0503030202060203" pitchFamily="34" charset="77"/>
              </a:defRPr>
            </a:lvl4pPr>
            <a:lvl5pPr>
              <a:defRPr sz="105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  <a:lvl7pPr>
              <a:defRPr sz="1100" b="0" i="0">
                <a:latin typeface="Arial" panose="020B0503030202060203" pitchFamily="34" charset="77"/>
              </a:defRPr>
            </a:lvl7pPr>
            <a:lvl9pPr>
              <a:defRPr sz="11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Arial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Arial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503030202060203" pitchFamily="34" charset="77"/>
              </a:defRPr>
            </a:lvl1pPr>
            <a:lvl2pPr>
              <a:defRPr sz="1600" b="0" i="0">
                <a:latin typeface="Arial" panose="020B0503030202060203" pitchFamily="34" charset="77"/>
              </a:defRPr>
            </a:lvl2pPr>
            <a:lvl3pPr>
              <a:defRPr sz="1600" b="0" i="0">
                <a:latin typeface="Arial" panose="020B0503030202060203" pitchFamily="34" charset="77"/>
              </a:defRPr>
            </a:lvl3pPr>
            <a:lvl4pPr>
              <a:defRPr sz="1400" b="0" i="0">
                <a:latin typeface="Arial" panose="020B0503030202060203" pitchFamily="34" charset="77"/>
              </a:defRPr>
            </a:lvl4pPr>
            <a:lvl5pPr>
              <a:defRPr sz="14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503030202060203" pitchFamily="34" charset="77"/>
              </a:defRPr>
            </a:lvl1pPr>
            <a:lvl2pPr>
              <a:defRPr sz="1600" b="0" i="0">
                <a:latin typeface="Arial" panose="020B0503030202060203" pitchFamily="34" charset="77"/>
              </a:defRPr>
            </a:lvl2pPr>
            <a:lvl3pPr>
              <a:defRPr sz="1600" b="0" i="0">
                <a:latin typeface="Arial" panose="020B0503030202060203" pitchFamily="34" charset="77"/>
              </a:defRPr>
            </a:lvl3pPr>
            <a:lvl4pPr>
              <a:defRPr sz="1400" b="0" i="0">
                <a:latin typeface="Arial" panose="020B0503030202060203" pitchFamily="34" charset="77"/>
              </a:defRPr>
            </a:lvl4pPr>
            <a:lvl5pPr>
              <a:defRPr sz="14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Arial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Arial" panose="020B0503030202060203" pitchFamily="34" charset="77"/>
              </a:rPr>
              <a:t>Place headline here in </a:t>
            </a:r>
            <a:r>
              <a:rPr lang="en-US" b="1" i="0" err="1">
                <a:latin typeface="Arial" panose="020B0503030202060203" pitchFamily="34" charset="77"/>
              </a:rPr>
              <a:t>Graphik</a:t>
            </a:r>
            <a:r>
              <a:rPr lang="en-US" b="1" i="0">
                <a:latin typeface="Arial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Arial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Arial" panose="020B0503030202060203" pitchFamily="34" charset="77"/>
              </a:rPr>
              <a:t>Place headline here in </a:t>
            </a:r>
            <a:r>
              <a:rPr lang="en-US" b="1" i="0" err="1">
                <a:latin typeface="Arial" panose="020B0503030202060203" pitchFamily="34" charset="77"/>
              </a:rPr>
              <a:t>Graphik</a:t>
            </a:r>
            <a:r>
              <a:rPr lang="en-US" b="1" i="0">
                <a:latin typeface="Arial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rial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Aswanth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/>
                <a:ea typeface="+mn-ea"/>
                <a:cs typeface="+mn-cs"/>
              </a:rPr>
              <a:t>All fields are mandatory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  Aswanth  (individual participant)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College: Indian Institute of Technology Madras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Stream: Civil Engineering (B.Tech)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Year of graduation: 2028</a:t>
            </a:r>
          </a:p>
        </p:txBody>
      </p:sp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00020" y="296965"/>
            <a:ext cx="11591959" cy="480276"/>
          </a:xfrm>
          <a:solidFill>
            <a:srgbClr val="A100FF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503030202060203" pitchFamily="34" charset="0"/>
                <a:cs typeface="Arial" panose="020B0604020202020204" pitchFamily="34" charset="0"/>
              </a:rPr>
              <a:t>Video</a:t>
            </a:r>
            <a:endParaRPr lang="en-IN" sz="2000" b="1" dirty="0">
              <a:solidFill>
                <a:schemeClr val="bg1"/>
              </a:solidFill>
              <a:latin typeface="Arial" panose="020B050303020206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KAIRÓS — Detailed Business Proposal</dc:title>
  <dc:creator/>
  <cp:lastModifiedBy/>
  <cp:revision>3</cp:revision>
  <dcterms:created xsi:type="dcterms:W3CDTF">2026-07-24T04:09:52Z</dcterms:created>
  <dcterms:modified xsi:type="dcterms:W3CDTF">2026-08-12T11:52:50Z</dcterms:modified>
  <dc:subject>Accenture Innovation Challenge 2026 · Round 2 · BusinessIntelligence.ai</dc:subject>
  <dc:description/>
  <cp:keywords/>
</cp:coreProperties>
</file>