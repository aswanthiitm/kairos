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6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820" r:id="rId6"/>
    <p:sldId id="2857" r:id="rId8"/>
    <p:sldId id="1906872563" r:id="rId9"/>
    <p:sldId id="1906872569" r:id="rId10"/>
    <p:sldId id="1906872571" r:id="rId20"/>
    <p:sldId id="1906872572" r:id="rId21"/>
    <p:sldId id="1906872573" r:id="rId22"/>
    <p:sldId id="1906872574" r:id="rId23"/>
    <p:sldId id="1906872575" r:id="rId24"/>
    <p:sldId id="1906872576" r:id="rId25"/>
    <p:sldId id="1906872577" r:id="rId26"/>
    <p:sldId id="1906872578" r:id="rId27"/>
    <p:sldId id="19068725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5.emf"/><Relationship Id="rId4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9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21" Type="http://schemas.openxmlformats.org/officeDocument/2006/relationships/image" Target="../media/image7.png"/><Relationship Id="rId22" Type="http://schemas.openxmlformats.org/officeDocument/2006/relationships/image" Target="../media/image8.png"/><Relationship Id="rId23" Type="http://schemas.openxmlformats.org/officeDocument/2006/relationships/image" Target="../media/image9.png"/><Relationship Id="rId24" Type="http://schemas.openxmlformats.org/officeDocument/2006/relationships/image" Target="../media/image10.png"/><Relationship Id="rId25" Type="http://schemas.openxmlformats.org/officeDocument/2006/relationships/image" Target="../media/image11.png"/><Relationship Id="rId26" Type="http://schemas.openxmlformats.org/officeDocument/2006/relationships/image" Target="../media/image12.png"/><Relationship Id="rId27" Type="http://schemas.openxmlformats.org/officeDocument/2006/relationships/image" Target="../media/image13.png"/><Relationship Id="rId28" Type="http://schemas.openxmlformats.org/officeDocument/2006/relationships/image" Target="../media/image1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97.xml"/><Relationship Id="rId53" Type="http://schemas.openxmlformats.org/officeDocument/2006/relationships/slideLayout" Target="../slideLayouts/slideLayout98.xml"/><Relationship Id="rId54" Type="http://schemas.openxmlformats.org/officeDocument/2006/relationships/slideLayout" Target="../slideLayouts/slideLayout99.xml"/><Relationship Id="rId55" Type="http://schemas.openxmlformats.org/officeDocument/2006/relationships/slideLayout" Target="../slideLayouts/slideLayout100.xml"/><Relationship Id="rId56" Type="http://schemas.openxmlformats.org/officeDocument/2006/relationships/slideLayout" Target="../slideLayouts/slideLayout101.xml"/><Relationship Id="rId57" Type="http://schemas.openxmlformats.org/officeDocument/2006/relationships/slideLayout" Target="../slideLayouts/slideLayout102.xml"/><Relationship Id="rId5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991" y="2405772"/>
            <a:ext cx="1434219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1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 (Team Leader)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4018" y="2405772"/>
            <a:ext cx="1434219" cy="1471323"/>
          </a:xfrm>
          <a:prstGeom prst="rect">
            <a:avLst/>
          </a:prstGeom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3" y="2098914"/>
            <a:ext cx="143729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Indian Institute of Technology Madras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Civil Engineering (B.Tech)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Indian Institute of Technology Madras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Civil Engineering (B.Tech)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Indian Institute of Technology Madras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Civil Engineering (B.Tech)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35" y="4361533"/>
            <a:ext cx="1434219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KAIRÓS — Detailed Business Proposal</dc:title>
  <dc:creator/>
  <cp:lastModifiedBy/>
  <cp:revision>3</cp:revision>
  <dcterms:created xsi:type="dcterms:W3CDTF">2026-07-24T04:09:52Z</dcterms:created>
  <dcterms:modified xsi:type="dcterms:W3CDTF">2026-08-12T11:52:50Z</dcterms:modified>
  <dc:subject>Accenture Innovation Challenge 2026 · Round 2 · BusinessIntelligence.ai</dc:subject>
  <dc:description/>
  <cp:keywords/>
</cp:coreProperties>
</file>